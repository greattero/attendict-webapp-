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ATTENDICT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>
                <a:solidFill>
                  <a:srgbClr val="FF9900"/>
                </a:solidFill>
              </a:defRPr>
            </a:pPr>
            <a:r>
              <a:t>Modern GPS-Based Attendance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444444"/>
                </a:solidFill>
              </a:defRPr>
            </a:pPr>
            <a:r>
              <a:t>❌ Traditional attendance systems are slow and time-consuming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444444"/>
                </a:solidFill>
              </a:defRPr>
            </a:pPr>
            <a:r>
              <a:t>❌ High risk of fraud (proxy attendance)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444444"/>
                </a:solidFill>
              </a:defRPr>
            </a:pPr>
            <a:r>
              <a:t>❌ Manual record-keeping is error-prone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444444"/>
                </a:solidFill>
              </a:defRPr>
            </a:pPr>
            <a:r>
              <a:t>❌ No real-time monitoring capabilities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444444"/>
                </a:solidFill>
              </a:defRPr>
            </a:pPr>
            <a:r>
              <a:t>❌ Difficult to verify student presence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Our Solution: ATTENDICT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444444"/>
                </a:solidFill>
              </a:defRPr>
            </a:pPr>
            <a:r>
              <a:t>✅ GPS-based location verification (±100 meters)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444444"/>
                </a:solidFill>
              </a:defRPr>
            </a:pPr>
            <a:r>
              <a:t>✅ Institutional credential authentication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444444"/>
                </a:solidFill>
              </a:defRPr>
            </a:pPr>
            <a:r>
              <a:t>✅ Real-time attendance monitoring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444444"/>
                </a:solidFill>
              </a:defRPr>
            </a:pPr>
            <a:r>
              <a:t>✅ Automatic CSV export &amp; reporting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444444"/>
                </a:solidFill>
              </a:defRPr>
            </a:pPr>
            <a:r>
              <a:t>✅ Multi-layer fraud detection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For Lecturers/Class Reps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444444"/>
                </a:solidFill>
              </a:defRPr>
            </a:pPr>
            <a:r>
              <a:t>1️⃣ Create attendance session with course code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444444"/>
                </a:solidFill>
              </a:defRPr>
            </a:pPr>
            <a:r>
              <a:t>2️⃣ System captures your GPS location &amp; IP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444444"/>
                </a:solidFill>
              </a:defRPr>
            </a:pPr>
            <a:r>
              <a:t>3️⃣ Set duration (5-10 minutes)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444444"/>
                </a:solidFill>
              </a:defRPr>
            </a:pPr>
            <a:r>
              <a:t>4️⃣ Monitor student check-ins in real-time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444444"/>
                </a:solidFill>
              </a:defRPr>
            </a:pPr>
            <a:r>
              <a:t>5️⃣ Auto-download attendance CSV when session ends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For Students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444444"/>
                </a:solidFill>
              </a:defRPr>
            </a:pPr>
            <a:r>
              <a:t>1️⃣ Log in with institutional credentials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444444"/>
                </a:solidFill>
              </a:defRPr>
            </a:pPr>
            <a:r>
              <a:t>2️⃣ Click 'Check In' and enable GPS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444444"/>
                </a:solidFill>
              </a:defRPr>
            </a:pPr>
            <a:r>
              <a:t>3️⃣ Enter course code &amp; index number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444444"/>
                </a:solidFill>
              </a:defRPr>
            </a:pPr>
            <a:r>
              <a:t>4️⃣ System verifies you're within 100m of lecturer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444444"/>
                </a:solidFill>
              </a:defRPr>
            </a:pPr>
            <a:r>
              <a:t>5️⃣ Instant confirmation of attendance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9900"/>
                </a:solidFill>
              </a:defRPr>
            </a:pPr>
            <a:r>
              <a:t>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3657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444444"/>
                </a:solidFill>
              </a:defRPr>
            </a:pPr>
            <a:r>
              <a:t>• GPS location check</a:t>
            </a:r>
          </a:p>
          <a:p>
            <a:pPr>
              <a:spcAft>
                <a:spcPts val="800"/>
              </a:spcAft>
              <a:defRPr sz="1600">
                <a:solidFill>
                  <a:srgbClr val="444444"/>
                </a:solidFill>
              </a:defRPr>
            </a:pPr>
            <a:r>
              <a:t>• 100-meter geofence</a:t>
            </a:r>
          </a:p>
          <a:p>
            <a:pPr>
              <a:spcAft>
                <a:spcPts val="800"/>
              </a:spcAft>
              <a:defRPr sz="1600">
                <a:solidFill>
                  <a:srgbClr val="444444"/>
                </a:solidFill>
              </a:defRPr>
            </a:pPr>
            <a:r>
              <a:t>• IP address tracking</a:t>
            </a:r>
          </a:p>
          <a:p>
            <a:pPr>
              <a:spcAft>
                <a:spcPts val="800"/>
              </a:spcAft>
              <a:defRPr sz="1600">
                <a:solidFill>
                  <a:srgbClr val="444444"/>
                </a:solidFill>
              </a:defRPr>
            </a:pPr>
            <a:r>
              <a:t>• Institutional auth</a:t>
            </a:r>
          </a:p>
          <a:p>
            <a:pPr>
              <a:spcAft>
                <a:spcPts val="800"/>
              </a:spcAft>
              <a:defRPr sz="1600">
                <a:solidFill>
                  <a:srgbClr val="444444"/>
                </a:solidFill>
              </a:defRPr>
            </a:pPr>
            <a:r>
              <a:t>• Real-time monitoring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0058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9900"/>
                </a:solidFill>
              </a:defRPr>
            </a:pPr>
            <a:r>
              <a:t>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463040"/>
            <a:ext cx="3657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444444"/>
                </a:solidFill>
              </a:defRPr>
            </a:pPr>
            <a:r>
              <a:t>• Fraud detection</a:t>
            </a:r>
          </a:p>
          <a:p>
            <a:pPr>
              <a:spcAft>
                <a:spcPts val="800"/>
              </a:spcAft>
              <a:defRPr sz="1600">
                <a:solidFill>
                  <a:srgbClr val="444444"/>
                </a:solidFill>
              </a:defRPr>
            </a:pPr>
            <a:r>
              <a:t>• Multi-IP prevention</a:t>
            </a:r>
          </a:p>
          <a:p>
            <a:pPr>
              <a:spcAft>
                <a:spcPts val="800"/>
              </a:spcAft>
              <a:defRPr sz="1600">
                <a:solidFill>
                  <a:srgbClr val="444444"/>
                </a:solidFill>
              </a:defRPr>
            </a:pPr>
            <a:r>
              <a:t>• Session expiration</a:t>
            </a:r>
          </a:p>
          <a:p>
            <a:pPr>
              <a:spcAft>
                <a:spcPts val="800"/>
              </a:spcAft>
              <a:defRPr sz="1600">
                <a:solidFill>
                  <a:srgbClr val="444444"/>
                </a:solidFill>
              </a:defRPr>
            </a:pPr>
            <a:r>
              <a:t>• Logout restriction</a:t>
            </a:r>
          </a:p>
          <a:p>
            <a:pPr>
              <a:spcAft>
                <a:spcPts val="800"/>
              </a:spcAft>
              <a:defRPr sz="1600">
                <a:solidFill>
                  <a:srgbClr val="444444"/>
                </a:solidFill>
              </a:defRPr>
            </a:pPr>
            <a:r>
              <a:t>• Data privacy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Advanced Fraud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444444"/>
                </a:solidFill>
              </a:defRPr>
            </a:pPr>
            <a:r>
              <a:t>🚨 Multiple students from same IP → Flagged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444444"/>
                </a:solidFill>
              </a:defRPr>
            </a:pPr>
            <a:r>
              <a:t>🚨 Student at edge of range (85-100m) → Flagged for review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444444"/>
                </a:solidFill>
              </a:defRPr>
            </a:pPr>
            <a:r>
              <a:t>🚨 Location verification with Haversine formula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444444"/>
                </a:solidFill>
              </a:defRPr>
            </a:pPr>
            <a:r>
              <a:t>🚨 Prevents proxy attendance and spoofing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444444"/>
                </a:solidFill>
              </a:defRPr>
            </a:pPr>
            <a:r>
              <a:t>🚨 Instructor can manually verify suspicious entries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9900"/>
                </a:solidFill>
              </a:defRPr>
            </a:pPr>
            <a:r>
              <a:t>Frontend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3657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444444"/>
                </a:solidFill>
              </a:defRPr>
            </a:pPr>
            <a:r>
              <a:t>• React 19.1.0</a:t>
            </a:r>
          </a:p>
          <a:p>
            <a:pPr>
              <a:spcAft>
                <a:spcPts val="800"/>
              </a:spcAft>
              <a:defRPr sz="1600">
                <a:solidFill>
                  <a:srgbClr val="444444"/>
                </a:solidFill>
              </a:defRPr>
            </a:pPr>
            <a:r>
              <a:t>• Vite build tool</a:t>
            </a:r>
          </a:p>
          <a:p>
            <a:pPr>
              <a:spcAft>
                <a:spcPts val="800"/>
              </a:spcAft>
              <a:defRPr sz="1600">
                <a:solidFill>
                  <a:srgbClr val="444444"/>
                </a:solidFill>
              </a:defRPr>
            </a:pPr>
            <a:r>
              <a:t>• Styled Components</a:t>
            </a:r>
          </a:p>
          <a:p>
            <a:pPr>
              <a:spcAft>
                <a:spcPts val="800"/>
              </a:spcAft>
              <a:defRPr sz="1600">
                <a:solidFill>
                  <a:srgbClr val="444444"/>
                </a:solidFill>
              </a:defRPr>
            </a:pPr>
            <a:r>
              <a:t>• Geolocation API</a:t>
            </a:r>
          </a:p>
          <a:p>
            <a:pPr>
              <a:spcAft>
                <a:spcPts val="800"/>
              </a:spcAft>
              <a:defRPr sz="1600">
                <a:solidFill>
                  <a:srgbClr val="444444"/>
                </a:solidFill>
              </a:defRPr>
            </a:pPr>
            <a:r>
              <a:t>• PapaParse (CSV)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0058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9900"/>
                </a:solidFill>
              </a:defRPr>
            </a:pPr>
            <a:r>
              <a:t>Backend &amp; Database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463040"/>
            <a:ext cx="3657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444444"/>
                </a:solidFill>
              </a:defRPr>
            </a:pPr>
            <a:r>
              <a:t>• Express.js</a:t>
            </a:r>
          </a:p>
          <a:p>
            <a:pPr>
              <a:spcAft>
                <a:spcPts val="800"/>
              </a:spcAft>
              <a:defRPr sz="1600">
                <a:solidFill>
                  <a:srgbClr val="444444"/>
                </a:solidFill>
              </a:defRPr>
            </a:pPr>
            <a:r>
              <a:t>• MongoDB</a:t>
            </a:r>
          </a:p>
          <a:p>
            <a:pPr>
              <a:spcAft>
                <a:spcPts val="800"/>
              </a:spcAft>
              <a:defRPr sz="1600">
                <a:solidFill>
                  <a:srgbClr val="444444"/>
                </a:solidFill>
              </a:defRPr>
            </a:pPr>
            <a:r>
              <a:t>• Node.js runtime</a:t>
            </a:r>
          </a:p>
          <a:p>
            <a:pPr>
              <a:spcAft>
                <a:spcPts val="800"/>
              </a:spcAft>
              <a:defRPr sz="1600">
                <a:solidFill>
                  <a:srgbClr val="444444"/>
                </a:solidFill>
              </a:defRPr>
            </a:pPr>
            <a:r>
              <a:t>• CORS enabled</a:t>
            </a:r>
          </a:p>
          <a:p>
            <a:pPr>
              <a:spcAft>
                <a:spcPts val="800"/>
              </a:spcAft>
              <a:defRPr sz="1600">
                <a:solidFill>
                  <a:srgbClr val="444444"/>
                </a:solidFill>
              </a:defRPr>
            </a:pPr>
            <a:r>
              <a:t>• Cloud deployment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444444"/>
                </a:solidFill>
              </a:defRPr>
            </a:pPr>
            <a:r>
              <a:t>📱 Client Layer: React web app (Vercel)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444444"/>
                </a:solidFill>
              </a:defRPr>
            </a:pPr>
            <a:r>
              <a:t>🔌 API Layer: Express.js REST server (Render)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444444"/>
                </a:solidFill>
              </a:defRPr>
            </a:pPr>
            <a:r>
              <a:t>💾 Data Layer: MongoDB cloud database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444444"/>
                </a:solidFill>
              </a:defRPr>
            </a:pPr>
            <a:r>
              <a:t>🌐 Real-time polling for location &amp; attendance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444444"/>
                </a:solidFill>
              </a:defRPr>
            </a:pPr>
            <a:r>
              <a:t>⚡ Scalable to 100,000+ concurrent sessions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Benefits for Institution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444444"/>
                </a:solidFill>
              </a:defRPr>
            </a:pPr>
            <a:r>
              <a:t>💰 Reduces administrative workload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444444"/>
                </a:solidFill>
              </a:defRPr>
            </a:pPr>
            <a:r>
              <a:t>📊 Accurate attendance tracking with audit trail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444444"/>
                </a:solidFill>
              </a:defRPr>
            </a:pPr>
            <a:r>
              <a:t>🎯 Identifies at-risk students (high absenteeism)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444444"/>
                </a:solidFill>
              </a:defRPr>
            </a:pPr>
            <a:r>
              <a:t>🔒 Prevents cheating and fraud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444444"/>
                </a:solidFill>
              </a:defRPr>
            </a:pPr>
            <a:r>
              <a:t>⚡ No app installation needed (web-based)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Typical Attendance Session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444444"/>
                </a:solidFill>
              </a:defRPr>
            </a:pPr>
            <a:r>
              <a:t>🕐 Lecturer announces 'Course code is CE100'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444444"/>
                </a:solidFill>
              </a:defRPr>
            </a:pPr>
            <a:r>
              <a:t>🕑 Students click 'Check In' and enable GPS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444444"/>
                </a:solidFill>
              </a:defRPr>
            </a:pPr>
            <a:r>
              <a:t>🕒 Session lasts 5-10 minutes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444444"/>
                </a:solidFill>
              </a:defRPr>
            </a:pPr>
            <a:r>
              <a:t>🕓 Real-time list shows who's attended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444444"/>
                </a:solidFill>
              </a:defRPr>
            </a:pPr>
            <a:r>
              <a:t>🕔 Timer expires → CSV auto-downloads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Privacy &amp;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444444"/>
                </a:solidFill>
              </a:defRPr>
            </a:pPr>
            <a:r>
              <a:t>🔐 Sessions auto-delete after 11 minutes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444444"/>
                </a:solidFill>
              </a:defRPr>
            </a:pPr>
            <a:r>
              <a:t>🔐 No persistent password storage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444444"/>
                </a:solidFill>
              </a:defRPr>
            </a:pPr>
            <a:r>
              <a:t>🔐 Credentials stored only in browser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444444"/>
                </a:solidFill>
              </a:defRPr>
            </a:pPr>
            <a:r>
              <a:t>🔐 CORS protection against attacks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444444"/>
                </a:solidFill>
              </a:defRPr>
            </a:pPr>
            <a:r>
              <a:t>🔐 Institutional credentials only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Live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9900"/>
                </a:solidFill>
              </a:defRPr>
            </a:pPr>
            <a:r>
              <a:t>Frontend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3657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444444"/>
                </a:solidFill>
              </a:defRPr>
            </a:pPr>
            <a:r>
              <a:t>• Platform: Vercel</a:t>
            </a:r>
          </a:p>
          <a:p>
            <a:pPr>
              <a:spcAft>
                <a:spcPts val="800"/>
              </a:spcAft>
              <a:defRPr sz="1600">
                <a:solidFill>
                  <a:srgbClr val="444444"/>
                </a:solidFill>
              </a:defRPr>
            </a:pPr>
            <a:r>
              <a:t>• URL: attendict.vercel.app</a:t>
            </a:r>
          </a:p>
          <a:p>
            <a:pPr>
              <a:spcAft>
                <a:spcPts val="800"/>
              </a:spcAft>
              <a:defRPr sz="1600">
                <a:solidFill>
                  <a:srgbClr val="444444"/>
                </a:solidFill>
              </a:defRPr>
            </a:pPr>
            <a:r>
              <a:t>• Status: ✅ Live</a:t>
            </a:r>
          </a:p>
          <a:p>
            <a:pPr>
              <a:spcAft>
                <a:spcPts val="800"/>
              </a:spcAft>
              <a:defRPr sz="1600">
                <a:solidFill>
                  <a:srgbClr val="444444"/>
                </a:solidFill>
              </a:defRPr>
            </a:pPr>
            <a:r>
              <a:t>• Uptime: 99.9%</a:t>
            </a:r>
          </a:p>
          <a:p>
            <a:pPr>
              <a:spcAft>
                <a:spcPts val="800"/>
              </a:spcAft>
              <a:defRPr sz="1600">
                <a:solidFill>
                  <a:srgbClr val="444444"/>
                </a:solidFill>
              </a:defRPr>
            </a:pPr>
            <a:r>
              <a:t>• Auto-scaling enabled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0058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9900"/>
                </a:solidFill>
              </a:defRPr>
            </a:pPr>
            <a:r>
              <a:t>Backend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463040"/>
            <a:ext cx="3657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444444"/>
                </a:solidFill>
              </a:defRPr>
            </a:pPr>
            <a:r>
              <a:t>• Platform: Render</a:t>
            </a:r>
          </a:p>
          <a:p>
            <a:pPr>
              <a:spcAft>
                <a:spcPts val="800"/>
              </a:spcAft>
              <a:defRPr sz="1600">
                <a:solidFill>
                  <a:srgbClr val="444444"/>
                </a:solidFill>
              </a:defRPr>
            </a:pPr>
            <a:r>
              <a:t>• URL: attendict.onrender.com</a:t>
            </a:r>
          </a:p>
          <a:p>
            <a:pPr>
              <a:spcAft>
                <a:spcPts val="800"/>
              </a:spcAft>
              <a:defRPr sz="1600">
                <a:solidFill>
                  <a:srgbClr val="444444"/>
                </a:solidFill>
              </a:defRPr>
            </a:pPr>
            <a:r>
              <a:t>• Status: ✅ Live</a:t>
            </a:r>
          </a:p>
          <a:p>
            <a:pPr>
              <a:spcAft>
                <a:spcPts val="800"/>
              </a:spcAft>
              <a:defRPr sz="1600">
                <a:solidFill>
                  <a:srgbClr val="444444"/>
                </a:solidFill>
              </a:defRPr>
            </a:pPr>
            <a:r>
              <a:t>• Database: MongoDB</a:t>
            </a:r>
          </a:p>
          <a:p>
            <a:pPr>
              <a:spcAft>
                <a:spcPts val="800"/>
              </a:spcAft>
              <a:defRPr sz="1600">
                <a:solidFill>
                  <a:srgbClr val="444444"/>
                </a:solidFill>
              </a:defRPr>
            </a:pPr>
            <a:r>
              <a:t>• API endpoints ready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Performance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444444"/>
                </a:solidFill>
              </a:defRPr>
            </a:pPr>
            <a:r>
              <a:t>⚡ Session creation: &lt;200ms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444444"/>
                </a:solidFill>
              </a:defRPr>
            </a:pPr>
            <a:r>
              <a:t>⚡ Check-in processing: &lt;500ms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444444"/>
                </a:solidFill>
              </a:defRPr>
            </a:pPr>
            <a:r>
              <a:t>⚡ Student list update: &lt;1 second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444444"/>
                </a:solidFill>
              </a:defRPr>
            </a:pPr>
            <a:r>
              <a:t>⚡ CSV generation: &lt;100ms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444444"/>
                </a:solidFill>
              </a:defRPr>
            </a:pPr>
            <a:r>
              <a:t>⚡ API response time: &lt;300ms average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Future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444444"/>
                </a:solidFill>
              </a:defRPr>
            </a:pPr>
            <a:r>
              <a:t>🔄 QR code generation for fast check-in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444444"/>
                </a:solidFill>
              </a:defRPr>
            </a:pPr>
            <a:r>
              <a:t>📱 Native mobile app (iOS/Android)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444444"/>
                </a:solidFill>
              </a:defRPr>
            </a:pPr>
            <a:r>
              <a:t>📧 Email notifications &amp; summaries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444444"/>
                </a:solidFill>
              </a:defRPr>
            </a:pPr>
            <a:r>
              <a:t>📊 Advanced analytics dashboard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444444"/>
                </a:solidFill>
              </a:defRPr>
            </a:pPr>
            <a:r>
              <a:t>🎯 Predictive analytics for at-risk students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Traditional vs ATTENDICT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9900"/>
                </a:solidFill>
              </a:defRPr>
            </a:pPr>
            <a:r>
              <a:t>Traditional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3657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444444"/>
                </a:solidFill>
              </a:defRPr>
            </a:pPr>
            <a:r>
              <a:t>• ❌ Manual roll call</a:t>
            </a:r>
          </a:p>
          <a:p>
            <a:pPr>
              <a:spcAft>
                <a:spcPts val="800"/>
              </a:spcAft>
              <a:defRPr sz="1600">
                <a:solidFill>
                  <a:srgbClr val="444444"/>
                </a:solidFill>
              </a:defRPr>
            </a:pPr>
            <a:r>
              <a:t>• ❌ 5-10 min per class</a:t>
            </a:r>
          </a:p>
          <a:p>
            <a:pPr>
              <a:spcAft>
                <a:spcPts val="800"/>
              </a:spcAft>
              <a:defRPr sz="1600">
                <a:solidFill>
                  <a:srgbClr val="444444"/>
                </a:solidFill>
              </a:defRPr>
            </a:pPr>
            <a:r>
              <a:t>• ❌ High fraud risk</a:t>
            </a:r>
          </a:p>
          <a:p>
            <a:pPr>
              <a:spcAft>
                <a:spcPts val="800"/>
              </a:spcAft>
              <a:defRPr sz="1600">
                <a:solidFill>
                  <a:srgbClr val="444444"/>
                </a:solidFill>
              </a:defRPr>
            </a:pPr>
            <a:r>
              <a:t>• ❌ Manual CSV export</a:t>
            </a:r>
          </a:p>
          <a:p>
            <a:pPr>
              <a:spcAft>
                <a:spcPts val="800"/>
              </a:spcAft>
              <a:defRPr sz="1600">
                <a:solidFill>
                  <a:srgbClr val="444444"/>
                </a:solidFill>
              </a:defRPr>
            </a:pPr>
            <a:r>
              <a:t>• ❌ No verification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0058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9900"/>
                </a:solidFill>
              </a:defRPr>
            </a:pPr>
            <a:r>
              <a:t>ATTENDICT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463040"/>
            <a:ext cx="3657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444444"/>
                </a:solidFill>
              </a:defRPr>
            </a:pPr>
            <a:r>
              <a:t>• ✅ Automated GPS check</a:t>
            </a:r>
          </a:p>
          <a:p>
            <a:pPr>
              <a:spcAft>
                <a:spcPts val="800"/>
              </a:spcAft>
              <a:defRPr sz="1600">
                <a:solidFill>
                  <a:srgbClr val="444444"/>
                </a:solidFill>
              </a:defRPr>
            </a:pPr>
            <a:r>
              <a:t>• ✅ &lt;2 min per class</a:t>
            </a:r>
          </a:p>
          <a:p>
            <a:pPr>
              <a:spcAft>
                <a:spcPts val="800"/>
              </a:spcAft>
              <a:defRPr sz="1600">
                <a:solidFill>
                  <a:srgbClr val="444444"/>
                </a:solidFill>
              </a:defRPr>
            </a:pPr>
            <a:r>
              <a:t>• ✅ Multi-layer verification</a:t>
            </a:r>
          </a:p>
          <a:p>
            <a:pPr>
              <a:spcAft>
                <a:spcPts val="800"/>
              </a:spcAft>
              <a:defRPr sz="1600">
                <a:solidFill>
                  <a:srgbClr val="444444"/>
                </a:solidFill>
              </a:defRPr>
            </a:pPr>
            <a:r>
              <a:t>• ✅ Auto CSV export</a:t>
            </a:r>
          </a:p>
          <a:p>
            <a:pPr>
              <a:spcAft>
                <a:spcPts val="800"/>
              </a:spcAft>
              <a:defRPr sz="1600">
                <a:solidFill>
                  <a:srgbClr val="444444"/>
                </a:solidFill>
              </a:defRPr>
            </a:pPr>
            <a:r>
              <a:t>• ✅ Real-time monitoring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Implementation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444444"/>
                </a:solidFill>
              </a:defRPr>
            </a:pPr>
            <a:r>
              <a:t>📅 Week 1-2: Pilot with one course (CE100)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444444"/>
                </a:solidFill>
              </a:defRPr>
            </a:pPr>
            <a:r>
              <a:t>📅 Week 3-4: Expand to 5 courses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444444"/>
                </a:solidFill>
              </a:defRPr>
            </a:pPr>
            <a:r>
              <a:t>📅 Week 5-6: Full department rollout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444444"/>
                </a:solidFill>
              </a:defRPr>
            </a:pPr>
            <a:r>
              <a:t>📅 Week 7+: Feedback &amp; Phase 2 features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444444"/>
                </a:solidFill>
              </a:defRPr>
            </a:pPr>
            <a:r>
              <a:t>📅 Ongoing: Support &amp; maintenance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How We'll Measure Success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444444"/>
                </a:solidFill>
              </a:defRPr>
            </a:pPr>
            <a:r>
              <a:t>📈 99%+ attendance accuracy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444444"/>
                </a:solidFill>
              </a:defRPr>
            </a:pPr>
            <a:r>
              <a:t>📈 &lt;1% fraudulent entries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444444"/>
                </a:solidFill>
              </a:defRPr>
            </a:pPr>
            <a:r>
              <a:t>📈 &lt;2 minutes per class attendance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444444"/>
                </a:solidFill>
              </a:defRPr>
            </a:pPr>
            <a:r>
              <a:t>📈 100% on-time data export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444444"/>
                </a:solidFill>
              </a:defRPr>
            </a:pPr>
            <a:r>
              <a:t>📈 &lt;5% user support tickets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Resources Required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9900"/>
                </a:solidFill>
              </a:defRPr>
            </a:pPr>
            <a:r>
              <a:t>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3657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444444"/>
                </a:solidFill>
              </a:defRPr>
            </a:pPr>
            <a:r>
              <a:t>• Vercel hosting</a:t>
            </a:r>
          </a:p>
          <a:p>
            <a:pPr>
              <a:spcAft>
                <a:spcPts val="800"/>
              </a:spcAft>
              <a:defRPr sz="1600">
                <a:solidFill>
                  <a:srgbClr val="444444"/>
                </a:solidFill>
              </a:defRPr>
            </a:pPr>
            <a:r>
              <a:t>• Render backend</a:t>
            </a:r>
          </a:p>
          <a:p>
            <a:pPr>
              <a:spcAft>
                <a:spcPts val="800"/>
              </a:spcAft>
              <a:defRPr sz="1600">
                <a:solidFill>
                  <a:srgbClr val="444444"/>
                </a:solidFill>
              </a:defRPr>
            </a:pPr>
            <a:r>
              <a:t>• MongoDB database</a:t>
            </a:r>
          </a:p>
          <a:p>
            <a:pPr>
              <a:spcAft>
                <a:spcPts val="800"/>
              </a:spcAft>
              <a:defRPr sz="1600">
                <a:solidFill>
                  <a:srgbClr val="444444"/>
                </a:solidFill>
              </a:defRPr>
            </a:pPr>
            <a:r>
              <a:t>• Domain registration</a:t>
            </a:r>
          </a:p>
          <a:p>
            <a:pPr>
              <a:spcAft>
                <a:spcPts val="800"/>
              </a:spcAft>
              <a:defRPr sz="1600">
                <a:solidFill>
                  <a:srgbClr val="444444"/>
                </a:solidFill>
              </a:defRPr>
            </a:pPr>
            <a:r>
              <a:t>• SSL certificate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0058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9900"/>
                </a:solidFill>
              </a:defRPr>
            </a:pPr>
            <a:r>
              <a:t>Human Resources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463040"/>
            <a:ext cx="3657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444444"/>
                </a:solidFill>
              </a:defRPr>
            </a:pPr>
            <a:r>
              <a:t>• 2 developers (done)</a:t>
            </a:r>
          </a:p>
          <a:p>
            <a:pPr>
              <a:spcAft>
                <a:spcPts val="800"/>
              </a:spcAft>
              <a:defRPr sz="1600">
                <a:solidFill>
                  <a:srgbClr val="444444"/>
                </a:solidFill>
              </a:defRPr>
            </a:pPr>
            <a:r>
              <a:t>• 1 QA tester</a:t>
            </a:r>
          </a:p>
          <a:p>
            <a:pPr>
              <a:spcAft>
                <a:spcPts val="800"/>
              </a:spcAft>
              <a:defRPr sz="1600">
                <a:solidFill>
                  <a:srgbClr val="444444"/>
                </a:solidFill>
              </a:defRPr>
            </a:pPr>
            <a:r>
              <a:t>• 1 support staff</a:t>
            </a:r>
          </a:p>
          <a:p>
            <a:pPr>
              <a:spcAft>
                <a:spcPts val="800"/>
              </a:spcAft>
              <a:defRPr sz="1600">
                <a:solidFill>
                  <a:srgbClr val="444444"/>
                </a:solidFill>
              </a:defRPr>
            </a:pPr>
            <a:r>
              <a:t>• Lectures for training</a:t>
            </a:r>
          </a:p>
          <a:p>
            <a:pPr>
              <a:spcAft>
                <a:spcPts val="800"/>
              </a:spcAft>
              <a:defRPr sz="1600">
                <a:solidFill>
                  <a:srgbClr val="444444"/>
                </a:solidFill>
              </a:defRPr>
            </a:pPr>
            <a:r>
              <a:t>• Admin coordination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Risk Mitigation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444444"/>
                </a:solidFill>
              </a:defRPr>
            </a:pPr>
            <a:r>
              <a:t>⚠️ GPS Jamming → Fallback to manual verification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444444"/>
                </a:solidFill>
              </a:defRPr>
            </a:pPr>
            <a:r>
              <a:t>⚠️ Network Connectivity → Offline mode queuing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444444"/>
                </a:solidFill>
              </a:defRPr>
            </a:pPr>
            <a:r>
              <a:t>⚠️ Data Loss → Automated daily backups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444444"/>
                </a:solidFill>
              </a:defRPr>
            </a:pPr>
            <a:r>
              <a:t>⚠️ Privacy Concerns → GDPR compliant design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444444"/>
                </a:solidFill>
              </a:defRPr>
            </a:pPr>
            <a:r>
              <a:t>⚠️ Device Compatibility → Tested on all browsers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444444"/>
                </a:solidFill>
              </a:defRPr>
            </a:pPr>
            <a:r>
              <a:t>Q: What if GPS doesn't work indoors?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444444"/>
                </a:solidFill>
              </a:defRPr>
            </a:pPr>
            <a:r>
              <a:t>A: System waits up to 50 seconds for accurate location.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444444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444444"/>
                </a:solidFill>
              </a:defRPr>
            </a:pPr>
            <a:r>
              <a:t>Q: Can students cheat by spoofing GPS?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444444"/>
                </a:solidFill>
              </a:defRPr>
            </a:pPr>
            <a:r>
              <a:t>A: Multi-layer detection catches this (IP, distance, patterns).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444444"/>
                </a:solidFill>
              </a:defRPr>
            </a:pPr>
            <a:r>
              <a:t>1️⃣ Review system with IT department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444444"/>
                </a:solidFill>
              </a:defRPr>
            </a:pPr>
            <a:r>
              <a:t>2️⃣ Conduct data security audit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444444"/>
                </a:solidFill>
              </a:defRPr>
            </a:pPr>
            <a:r>
              <a:t>3️⃣ Plan pilot with one course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444444"/>
                </a:solidFill>
              </a:defRPr>
            </a:pPr>
            <a:r>
              <a:t>4️⃣ Train faculty on usage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444444"/>
                </a:solidFill>
              </a:defRPr>
            </a:pPr>
            <a:r>
              <a:t>5️⃣ Gather feedback for improvements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>
                <a:solidFill>
                  <a:srgbClr val="FF9900"/>
                </a:solidFill>
              </a:defRPr>
            </a:pPr>
            <a:r>
              <a:t>Let's Transform Attendance Management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